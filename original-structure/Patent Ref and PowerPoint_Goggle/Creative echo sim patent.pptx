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Lato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-1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tents.google.com/patent/US10816693B2/en?q=(echolocation+simulater)&amp;oq=echolocation+simulater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atents.google.com/patent/US20210268385A1/en?oq=%2320210268385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tents.google.com/patent/US20130050009A1/en?oq=%2320130050009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patents.google.com/patent/US10816693B2/en?q=(echolocation+simulater)&amp;oq=echolocation+simulater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atents.google.com/patent/WO2016086440A1/en" TargetMode="Externa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atents.google.com/patent/US9357282B2/en?q=(3D+sound)&amp;oq=3D+sound" TargetMode="Externa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568809" y="1244049"/>
            <a:ext cx="3740885" cy="4894090"/>
          </a:xfrm>
          <a:custGeom>
            <a:avLst/>
            <a:gdLst/>
            <a:ahLst/>
            <a:cxnLst/>
            <a:rect l="l" t="t" r="r" b="b"/>
            <a:pathLst>
              <a:path w="3740885" h="4894090">
                <a:moveTo>
                  <a:pt x="0" y="0"/>
                </a:moveTo>
                <a:lnTo>
                  <a:pt x="3740884" y="0"/>
                </a:lnTo>
                <a:lnTo>
                  <a:pt x="3740884" y="4894090"/>
                </a:lnTo>
                <a:lnTo>
                  <a:pt x="0" y="489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655847" y="6138139"/>
            <a:ext cx="8167676" cy="3341661"/>
          </a:xfrm>
          <a:custGeom>
            <a:avLst/>
            <a:gdLst/>
            <a:ahLst/>
            <a:cxnLst/>
            <a:rect l="l" t="t" r="r" b="b"/>
            <a:pathLst>
              <a:path w="8167676" h="3341661">
                <a:moveTo>
                  <a:pt x="0" y="0"/>
                </a:moveTo>
                <a:lnTo>
                  <a:pt x="8167677" y="0"/>
                </a:lnTo>
                <a:lnTo>
                  <a:pt x="8167677" y="3341661"/>
                </a:lnTo>
                <a:lnTo>
                  <a:pt x="0" y="3341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91829" y="1711479"/>
            <a:ext cx="6802019" cy="7546821"/>
          </a:xfrm>
          <a:custGeom>
            <a:avLst/>
            <a:gdLst/>
            <a:ahLst/>
            <a:cxnLst/>
            <a:rect l="l" t="t" r="r" b="b"/>
            <a:pathLst>
              <a:path w="6802019" h="7546821">
                <a:moveTo>
                  <a:pt x="0" y="0"/>
                </a:moveTo>
                <a:lnTo>
                  <a:pt x="6802018" y="0"/>
                </a:lnTo>
                <a:lnTo>
                  <a:pt x="6802018" y="7546821"/>
                </a:lnTo>
                <a:lnTo>
                  <a:pt x="0" y="754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655847" y="2162687"/>
            <a:ext cx="4604825" cy="3793319"/>
          </a:xfrm>
          <a:custGeom>
            <a:avLst/>
            <a:gdLst/>
            <a:ahLst/>
            <a:cxnLst/>
            <a:rect l="l" t="t" r="r" b="b"/>
            <a:pathLst>
              <a:path w="4604825" h="3793319">
                <a:moveTo>
                  <a:pt x="0" y="0"/>
                </a:moveTo>
                <a:lnTo>
                  <a:pt x="4604825" y="0"/>
                </a:lnTo>
                <a:lnTo>
                  <a:pt x="4604825" y="3793319"/>
                </a:lnTo>
                <a:lnTo>
                  <a:pt x="0" y="3793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82702" y="641357"/>
            <a:ext cx="5070401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E2E2E"/>
                </a:solidFill>
                <a:latin typeface="Lato Bold"/>
              </a:rPr>
              <a:t> Motion analysis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23784" y="909328"/>
            <a:ext cx="11140678" cy="29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u="sng" dirty="0">
                <a:solidFill>
                  <a:srgbClr val="004AAD"/>
                </a:solidFill>
                <a:latin typeface="Arimo"/>
                <a:hlinkClick r:id="rId6" tooltip="https://patents.google.com/patent/US10816693B2/en?q=(echolocation+simulater)&amp;oq=echolocation+simulater"/>
              </a:rPr>
              <a:t>https://patents.google.com/patent/US10816693B2/en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672379" y="5527878"/>
            <a:ext cx="9681763" cy="4041470"/>
          </a:xfrm>
          <a:custGeom>
            <a:avLst/>
            <a:gdLst/>
            <a:ahLst/>
            <a:cxnLst/>
            <a:rect l="l" t="t" r="r" b="b"/>
            <a:pathLst>
              <a:path w="9681763" h="4041470">
                <a:moveTo>
                  <a:pt x="0" y="0"/>
                </a:moveTo>
                <a:lnTo>
                  <a:pt x="9681763" y="0"/>
                </a:lnTo>
                <a:lnTo>
                  <a:pt x="9681763" y="4041470"/>
                </a:lnTo>
                <a:lnTo>
                  <a:pt x="0" y="40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2535191" y="1245756"/>
            <a:ext cx="6406792" cy="4695388"/>
          </a:xfrm>
          <a:custGeom>
            <a:avLst/>
            <a:gdLst/>
            <a:ahLst/>
            <a:cxnLst/>
            <a:rect l="l" t="t" r="r" b="b"/>
            <a:pathLst>
              <a:path w="6406792" h="4695388">
                <a:moveTo>
                  <a:pt x="0" y="0"/>
                </a:moveTo>
                <a:lnTo>
                  <a:pt x="6406792" y="0"/>
                </a:lnTo>
                <a:lnTo>
                  <a:pt x="6406792" y="4695389"/>
                </a:lnTo>
                <a:lnTo>
                  <a:pt x="0" y="4695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097393" y="3097150"/>
            <a:ext cx="7791039" cy="6161150"/>
          </a:xfrm>
          <a:custGeom>
            <a:avLst/>
            <a:gdLst/>
            <a:ahLst/>
            <a:cxnLst/>
            <a:rect l="l" t="t" r="r" b="b"/>
            <a:pathLst>
              <a:path w="7791039" h="6161150">
                <a:moveTo>
                  <a:pt x="0" y="0"/>
                </a:moveTo>
                <a:lnTo>
                  <a:pt x="7791039" y="0"/>
                </a:lnTo>
                <a:lnTo>
                  <a:pt x="7791039" y="6161150"/>
                </a:lnTo>
                <a:lnTo>
                  <a:pt x="0" y="61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762748" y="432719"/>
            <a:ext cx="16358468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E2E2E"/>
                </a:solidFill>
                <a:latin typeface="Lato Bold"/>
              </a:rPr>
              <a:t>Apparatus for adapting virtual gaming with </a:t>
            </a:r>
            <a:r>
              <a:rPr lang="en-US" sz="4000">
                <a:solidFill>
                  <a:srgbClr val="877262"/>
                </a:solidFill>
                <a:latin typeface="Lato Bold"/>
              </a:rPr>
              <a:t>real world information</a:t>
            </a: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877262"/>
              </a:solidFill>
              <a:latin typeface="Lato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144000" y="1959881"/>
            <a:ext cx="8128397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u="sng">
                <a:solidFill>
                  <a:srgbClr val="004AAD"/>
                </a:solidFill>
                <a:latin typeface="Arimo"/>
                <a:hlinkClick r:id="rId5" tooltip="https://patents.google.com/patent/US20210268385A1/en?oq=%2320210268385"/>
              </a:rPr>
              <a:t>https://patents.google.com/patent/US20210268385A1/en?oq=%2320210268385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31261" y="875394"/>
            <a:ext cx="9389456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E2E2E"/>
                </a:solidFill>
                <a:latin typeface="Lato Bold"/>
              </a:rPr>
              <a:t>Radar echolocater with audio output</a:t>
            </a: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2E2E2E"/>
              </a:solidFill>
              <a:latin typeface="Lato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943595" y="5257112"/>
            <a:ext cx="5874066" cy="4254109"/>
          </a:xfrm>
          <a:custGeom>
            <a:avLst/>
            <a:gdLst/>
            <a:ahLst/>
            <a:cxnLst/>
            <a:rect l="l" t="t" r="r" b="b"/>
            <a:pathLst>
              <a:path w="5874066" h="4254109">
                <a:moveTo>
                  <a:pt x="0" y="0"/>
                </a:moveTo>
                <a:lnTo>
                  <a:pt x="5874066" y="0"/>
                </a:lnTo>
                <a:lnTo>
                  <a:pt x="5874066" y="4254108"/>
                </a:lnTo>
                <a:lnTo>
                  <a:pt x="0" y="425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20995" y="1791915"/>
            <a:ext cx="5519266" cy="3465197"/>
          </a:xfrm>
          <a:custGeom>
            <a:avLst/>
            <a:gdLst/>
            <a:ahLst/>
            <a:cxnLst/>
            <a:rect l="l" t="t" r="r" b="b"/>
            <a:pathLst>
              <a:path w="5519266" h="3465197">
                <a:moveTo>
                  <a:pt x="0" y="0"/>
                </a:moveTo>
                <a:lnTo>
                  <a:pt x="5519266" y="0"/>
                </a:lnTo>
                <a:lnTo>
                  <a:pt x="5519266" y="3465197"/>
                </a:lnTo>
                <a:lnTo>
                  <a:pt x="0" y="3465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719676" y="2192181"/>
            <a:ext cx="7079412" cy="6796236"/>
          </a:xfrm>
          <a:custGeom>
            <a:avLst/>
            <a:gdLst/>
            <a:ahLst/>
            <a:cxnLst/>
            <a:rect l="l" t="t" r="r" b="b"/>
            <a:pathLst>
              <a:path w="7079412" h="6796236">
                <a:moveTo>
                  <a:pt x="0" y="0"/>
                </a:moveTo>
                <a:lnTo>
                  <a:pt x="7079412" y="0"/>
                </a:lnTo>
                <a:lnTo>
                  <a:pt x="7079412" y="6796236"/>
                </a:lnTo>
                <a:lnTo>
                  <a:pt x="0" y="6796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739390" y="2569835"/>
            <a:ext cx="4217349" cy="6040929"/>
          </a:xfrm>
          <a:custGeom>
            <a:avLst/>
            <a:gdLst/>
            <a:ahLst/>
            <a:cxnLst/>
            <a:rect l="l" t="t" r="r" b="b"/>
            <a:pathLst>
              <a:path w="4217349" h="6040929">
                <a:moveTo>
                  <a:pt x="0" y="0"/>
                </a:moveTo>
                <a:lnTo>
                  <a:pt x="4217349" y="0"/>
                </a:lnTo>
                <a:lnTo>
                  <a:pt x="4217349" y="6040928"/>
                </a:lnTo>
                <a:lnTo>
                  <a:pt x="0" y="6040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530818" y="1180485"/>
            <a:ext cx="8128397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u="sng">
                <a:solidFill>
                  <a:srgbClr val="004AAD"/>
                </a:solidFill>
                <a:latin typeface="Arimo"/>
                <a:hlinkClick r:id="rId6" tooltip="https://patents.google.com/patent/US20130050009A1/en?oq=%2320130050009"/>
              </a:rPr>
              <a:t>https://patents.google.com/patent/US20130050009A1/en?oq=%2320130050009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727369" y="5655062"/>
            <a:ext cx="9857334" cy="3787101"/>
          </a:xfrm>
          <a:custGeom>
            <a:avLst/>
            <a:gdLst/>
            <a:ahLst/>
            <a:cxnLst/>
            <a:rect l="l" t="t" r="r" b="b"/>
            <a:pathLst>
              <a:path w="9857334" h="3787101">
                <a:moveTo>
                  <a:pt x="0" y="0"/>
                </a:moveTo>
                <a:lnTo>
                  <a:pt x="9857335" y="0"/>
                </a:lnTo>
                <a:lnTo>
                  <a:pt x="9857335" y="3787101"/>
                </a:lnTo>
                <a:lnTo>
                  <a:pt x="0" y="3787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785742" y="2203787"/>
            <a:ext cx="4522474" cy="2936925"/>
          </a:xfrm>
          <a:custGeom>
            <a:avLst/>
            <a:gdLst/>
            <a:ahLst/>
            <a:cxnLst/>
            <a:rect l="l" t="t" r="r" b="b"/>
            <a:pathLst>
              <a:path w="4522474" h="2936925">
                <a:moveTo>
                  <a:pt x="0" y="0"/>
                </a:moveTo>
                <a:lnTo>
                  <a:pt x="4522474" y="0"/>
                </a:lnTo>
                <a:lnTo>
                  <a:pt x="4522474" y="2936925"/>
                </a:lnTo>
                <a:lnTo>
                  <a:pt x="0" y="2936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738512" y="2815113"/>
            <a:ext cx="3490086" cy="5679899"/>
          </a:xfrm>
          <a:custGeom>
            <a:avLst/>
            <a:gdLst/>
            <a:ahLst/>
            <a:cxnLst/>
            <a:rect l="l" t="t" r="r" b="b"/>
            <a:pathLst>
              <a:path w="3490086" h="5679899">
                <a:moveTo>
                  <a:pt x="0" y="0"/>
                </a:moveTo>
                <a:lnTo>
                  <a:pt x="3490085" y="0"/>
                </a:lnTo>
                <a:lnTo>
                  <a:pt x="3490085" y="5679899"/>
                </a:lnTo>
                <a:lnTo>
                  <a:pt x="0" y="5679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543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28700" y="1789793"/>
            <a:ext cx="3672126" cy="3388507"/>
          </a:xfrm>
          <a:custGeom>
            <a:avLst/>
            <a:gdLst/>
            <a:ahLst/>
            <a:cxnLst/>
            <a:rect l="l" t="t" r="r" b="b"/>
            <a:pathLst>
              <a:path w="3672126" h="3388507">
                <a:moveTo>
                  <a:pt x="0" y="0"/>
                </a:moveTo>
                <a:lnTo>
                  <a:pt x="3672126" y="0"/>
                </a:lnTo>
                <a:lnTo>
                  <a:pt x="3672126" y="3388507"/>
                </a:lnTo>
                <a:lnTo>
                  <a:pt x="0" y="3388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393941" y="1353057"/>
            <a:ext cx="3944520" cy="4006666"/>
          </a:xfrm>
          <a:custGeom>
            <a:avLst/>
            <a:gdLst/>
            <a:ahLst/>
            <a:cxnLst/>
            <a:rect l="l" t="t" r="r" b="b"/>
            <a:pathLst>
              <a:path w="3944520" h="4006666">
                <a:moveTo>
                  <a:pt x="0" y="0"/>
                </a:moveTo>
                <a:lnTo>
                  <a:pt x="3944521" y="0"/>
                </a:lnTo>
                <a:lnTo>
                  <a:pt x="3944521" y="4006666"/>
                </a:lnTo>
                <a:lnTo>
                  <a:pt x="0" y="4006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" r="-6574" b="-17238"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652903" y="395982"/>
            <a:ext cx="17123330" cy="139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E2E2E"/>
                </a:solidFill>
                <a:latin typeface="Lato Bold"/>
                <a:hlinkClick r:id="rId7" tooltip="https://patents.google.com/patent/US10816693B2/en?q=(echolocation+simulater)&amp;oq=echolocation+simulater"/>
              </a:rPr>
              <a:t>Systems and methods for impaired person environment navigation assist</a:t>
            </a: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2E2E2E"/>
              </a:solidFill>
              <a:latin typeface="Lato Bold"/>
              <a:hlinkClick r:id="rId7" tooltip="https://patents.google.com/patent/US10816693B2/en?q=(echolocation+simulater)&amp;oq=echolocation+simulate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53057" y="1180485"/>
            <a:ext cx="11145292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u="sng">
                <a:solidFill>
                  <a:srgbClr val="004AAD"/>
                </a:solidFill>
                <a:latin typeface="Arimo"/>
                <a:hlinkClick r:id="rId7" tooltip="https://patents.google.com/patent/US10816693B2/en?q=(echolocation+simulater)&amp;oq=echolocation+simulater"/>
              </a:rPr>
              <a:t>https://patents.google.com/patent/US10816693B2/en?q=(echolocation+simulater)&amp;oq=echolocation+simulater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028700" y="5672116"/>
            <a:ext cx="10699440" cy="3586184"/>
          </a:xfrm>
          <a:custGeom>
            <a:avLst/>
            <a:gdLst/>
            <a:ahLst/>
            <a:cxnLst/>
            <a:rect l="l" t="t" r="r" b="b"/>
            <a:pathLst>
              <a:path w="10699440" h="3586184">
                <a:moveTo>
                  <a:pt x="0" y="0"/>
                </a:moveTo>
                <a:lnTo>
                  <a:pt x="10699440" y="0"/>
                </a:lnTo>
                <a:lnTo>
                  <a:pt x="10699440" y="3586184"/>
                </a:lnTo>
                <a:lnTo>
                  <a:pt x="0" y="3586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917157" y="2428621"/>
            <a:ext cx="6100007" cy="2617055"/>
          </a:xfrm>
          <a:custGeom>
            <a:avLst/>
            <a:gdLst/>
            <a:ahLst/>
            <a:cxnLst/>
            <a:rect l="l" t="t" r="r" b="b"/>
            <a:pathLst>
              <a:path w="6100007" h="2617055">
                <a:moveTo>
                  <a:pt x="0" y="0"/>
                </a:moveTo>
                <a:lnTo>
                  <a:pt x="6100007" y="0"/>
                </a:lnTo>
                <a:lnTo>
                  <a:pt x="6100007" y="2617055"/>
                </a:lnTo>
                <a:lnTo>
                  <a:pt x="0" y="2617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18" r="-992" b="-654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649348" y="2024465"/>
            <a:ext cx="5450969" cy="6042422"/>
          </a:xfrm>
          <a:custGeom>
            <a:avLst/>
            <a:gdLst/>
            <a:ahLst/>
            <a:cxnLst/>
            <a:rect l="l" t="t" r="r" b="b"/>
            <a:pathLst>
              <a:path w="5450969" h="6042422">
                <a:moveTo>
                  <a:pt x="0" y="0"/>
                </a:moveTo>
                <a:lnTo>
                  <a:pt x="5450969" y="0"/>
                </a:lnTo>
                <a:lnTo>
                  <a:pt x="5450969" y="6042422"/>
                </a:lnTo>
                <a:lnTo>
                  <a:pt x="0" y="6042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" t="-1916" b="-900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761633" y="730214"/>
            <a:ext cx="9639884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3131"/>
                </a:solidFill>
                <a:latin typeface="Lato Bold"/>
              </a:rPr>
              <a:t>X</a:t>
            </a:r>
            <a:r>
              <a:rPr lang="en-US" sz="4000">
                <a:solidFill>
                  <a:srgbClr val="2E2E2E"/>
                </a:solidFill>
                <a:latin typeface="Lato Bold"/>
              </a:rPr>
              <a:t>Wearable guiding device for the blind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344297" y="8830655"/>
            <a:ext cx="189086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E2E2E"/>
                </a:solidFill>
                <a:latin typeface="Canva Sans Bold"/>
              </a:rPr>
              <a:t>image gathering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06724" y="971550"/>
            <a:ext cx="5706368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u="sng">
                <a:solidFill>
                  <a:srgbClr val="004AAD"/>
                </a:solidFill>
                <a:latin typeface="Arimo"/>
                <a:hlinkClick r:id="rId5" tooltip="https://patents.google.com/patent/WO2016086440A1/en"/>
              </a:rPr>
              <a:t>https://patents.google.com/patent/WO2016086440A1/en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38003" y="6821314"/>
            <a:ext cx="10889552" cy="3134425"/>
          </a:xfrm>
          <a:custGeom>
            <a:avLst/>
            <a:gdLst/>
            <a:ahLst/>
            <a:cxnLst/>
            <a:rect l="l" t="t" r="r" b="b"/>
            <a:pathLst>
              <a:path w="10889552" h="3134425">
                <a:moveTo>
                  <a:pt x="0" y="0"/>
                </a:moveTo>
                <a:lnTo>
                  <a:pt x="10889552" y="0"/>
                </a:lnTo>
                <a:lnTo>
                  <a:pt x="10889552" y="3134425"/>
                </a:lnTo>
                <a:lnTo>
                  <a:pt x="0" y="3134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0760" y="1330318"/>
            <a:ext cx="5035009" cy="6611860"/>
          </a:xfrm>
          <a:custGeom>
            <a:avLst/>
            <a:gdLst/>
            <a:ahLst/>
            <a:cxnLst/>
            <a:rect l="l" t="t" r="r" b="b"/>
            <a:pathLst>
              <a:path w="5035009" h="6611860">
                <a:moveTo>
                  <a:pt x="0" y="0"/>
                </a:moveTo>
                <a:lnTo>
                  <a:pt x="5035010" y="0"/>
                </a:lnTo>
                <a:lnTo>
                  <a:pt x="5035010" y="6611861"/>
                </a:lnTo>
                <a:lnTo>
                  <a:pt x="0" y="6611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2" t="-1910" r="-1262" b="-276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45268" y="1508657"/>
            <a:ext cx="11275022" cy="5170384"/>
          </a:xfrm>
          <a:custGeom>
            <a:avLst/>
            <a:gdLst/>
            <a:ahLst/>
            <a:cxnLst/>
            <a:rect l="l" t="t" r="r" b="b"/>
            <a:pathLst>
              <a:path w="11275022" h="5170384">
                <a:moveTo>
                  <a:pt x="0" y="0"/>
                </a:moveTo>
                <a:lnTo>
                  <a:pt x="11275022" y="0"/>
                </a:lnTo>
                <a:lnTo>
                  <a:pt x="11275022" y="5170384"/>
                </a:lnTo>
                <a:lnTo>
                  <a:pt x="0" y="517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82702" y="641357"/>
            <a:ext cx="13975601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2E2E2E"/>
                </a:solidFill>
                <a:latin typeface="Lato Bold"/>
              </a:rPr>
              <a:t>Listening device and accompanying signal processing method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956739" y="2946265"/>
            <a:ext cx="331261" cy="7340735"/>
            <a:chOff x="0" y="0"/>
            <a:chExt cx="87246" cy="19333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246" cy="1933362"/>
            </a:xfrm>
            <a:custGeom>
              <a:avLst/>
              <a:gdLst/>
              <a:ahLst/>
              <a:cxnLst/>
              <a:rect l="l" t="t" r="r" b="b"/>
              <a:pathLst>
                <a:path w="87246" h="1933362">
                  <a:moveTo>
                    <a:pt x="0" y="0"/>
                  </a:moveTo>
                  <a:lnTo>
                    <a:pt x="87246" y="0"/>
                  </a:lnTo>
                  <a:lnTo>
                    <a:pt x="87246" y="1933362"/>
                  </a:lnTo>
                  <a:lnTo>
                    <a:pt x="0" y="1933362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246" cy="197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5043934" y="-4722198"/>
            <a:ext cx="331261" cy="9775657"/>
            <a:chOff x="0" y="0"/>
            <a:chExt cx="87246" cy="25746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246" cy="2574659"/>
            </a:xfrm>
            <a:custGeom>
              <a:avLst/>
              <a:gdLst/>
              <a:ahLst/>
              <a:cxnLst/>
              <a:rect l="l" t="t" r="r" b="b"/>
              <a:pathLst>
                <a:path w="87246" h="2574659">
                  <a:moveTo>
                    <a:pt x="0" y="0"/>
                  </a:moveTo>
                  <a:lnTo>
                    <a:pt x="87246" y="0"/>
                  </a:lnTo>
                  <a:lnTo>
                    <a:pt x="87246" y="2574659"/>
                  </a:lnTo>
                  <a:lnTo>
                    <a:pt x="0" y="2574659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7246" cy="261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331261" cy="4857241"/>
            <a:chOff x="0" y="0"/>
            <a:chExt cx="87246" cy="12792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246" cy="1279273"/>
            </a:xfrm>
            <a:custGeom>
              <a:avLst/>
              <a:gdLst/>
              <a:ahLst/>
              <a:cxnLst/>
              <a:rect l="l" t="t" r="r" b="b"/>
              <a:pathLst>
                <a:path w="87246" h="1279273">
                  <a:moveTo>
                    <a:pt x="0" y="0"/>
                  </a:moveTo>
                  <a:lnTo>
                    <a:pt x="87246" y="0"/>
                  </a:lnTo>
                  <a:lnTo>
                    <a:pt x="87246" y="1279273"/>
                  </a:lnTo>
                  <a:lnTo>
                    <a:pt x="0" y="1279273"/>
                  </a:lnTo>
                  <a:close/>
                </a:path>
              </a:pathLst>
            </a:custGeom>
            <a:solidFill>
              <a:srgbClr val="FFC2C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7246" cy="1317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4786371"/>
            <a:ext cx="331261" cy="5524484"/>
            <a:chOff x="0" y="0"/>
            <a:chExt cx="87246" cy="14550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246" cy="1455008"/>
            </a:xfrm>
            <a:custGeom>
              <a:avLst/>
              <a:gdLst/>
              <a:ahLst/>
              <a:cxnLst/>
              <a:rect l="l" t="t" r="r" b="b"/>
              <a:pathLst>
                <a:path w="87246" h="1455008">
                  <a:moveTo>
                    <a:pt x="0" y="0"/>
                  </a:moveTo>
                  <a:lnTo>
                    <a:pt x="87246" y="0"/>
                  </a:lnTo>
                  <a:lnTo>
                    <a:pt x="87246" y="1455008"/>
                  </a:lnTo>
                  <a:lnTo>
                    <a:pt x="0" y="1455008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7246" cy="1493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5400000">
            <a:off x="14027066" y="-3929673"/>
            <a:ext cx="331261" cy="8190607"/>
            <a:chOff x="0" y="0"/>
            <a:chExt cx="87246" cy="21571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246" cy="2157197"/>
            </a:xfrm>
            <a:custGeom>
              <a:avLst/>
              <a:gdLst/>
              <a:ahLst/>
              <a:cxnLst/>
              <a:rect l="l" t="t" r="r" b="b"/>
              <a:pathLst>
                <a:path w="87246" h="2157197">
                  <a:moveTo>
                    <a:pt x="0" y="0"/>
                  </a:moveTo>
                  <a:lnTo>
                    <a:pt x="87246" y="0"/>
                  </a:lnTo>
                  <a:lnTo>
                    <a:pt x="87246" y="2157197"/>
                  </a:lnTo>
                  <a:lnTo>
                    <a:pt x="0" y="2157197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7246" cy="2195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956739" y="0"/>
            <a:ext cx="331261" cy="3012480"/>
            <a:chOff x="0" y="0"/>
            <a:chExt cx="87246" cy="7934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246" cy="793410"/>
            </a:xfrm>
            <a:custGeom>
              <a:avLst/>
              <a:gdLst/>
              <a:ahLst/>
              <a:cxnLst/>
              <a:rect l="l" t="t" r="r" b="b"/>
              <a:pathLst>
                <a:path w="87246" h="793410">
                  <a:moveTo>
                    <a:pt x="0" y="0"/>
                  </a:moveTo>
                  <a:lnTo>
                    <a:pt x="87246" y="0"/>
                  </a:lnTo>
                  <a:lnTo>
                    <a:pt x="87246" y="793410"/>
                  </a:lnTo>
                  <a:lnTo>
                    <a:pt x="0" y="793410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7246" cy="831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5400000">
            <a:off x="17610603" y="9775233"/>
            <a:ext cx="331261" cy="692272"/>
            <a:chOff x="0" y="0"/>
            <a:chExt cx="87246" cy="1823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246" cy="182327"/>
            </a:xfrm>
            <a:custGeom>
              <a:avLst/>
              <a:gdLst/>
              <a:ahLst/>
              <a:cxnLst/>
              <a:rect l="l" t="t" r="r" b="b"/>
              <a:pathLst>
                <a:path w="87246" h="182327">
                  <a:moveTo>
                    <a:pt x="0" y="0"/>
                  </a:moveTo>
                  <a:lnTo>
                    <a:pt x="87246" y="0"/>
                  </a:lnTo>
                  <a:lnTo>
                    <a:pt x="87246" y="182327"/>
                  </a:lnTo>
                  <a:lnTo>
                    <a:pt x="0" y="182327"/>
                  </a:lnTo>
                  <a:close/>
                </a:path>
              </a:pathLst>
            </a:custGeom>
            <a:solidFill>
              <a:srgbClr val="A3FBE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7246" cy="22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5400000">
            <a:off x="1637154" y="8484216"/>
            <a:ext cx="331261" cy="3274307"/>
            <a:chOff x="0" y="0"/>
            <a:chExt cx="87246" cy="8623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246" cy="862369"/>
            </a:xfrm>
            <a:custGeom>
              <a:avLst/>
              <a:gdLst/>
              <a:ahLst/>
              <a:cxnLst/>
              <a:rect l="l" t="t" r="r" b="b"/>
              <a:pathLst>
                <a:path w="87246" h="862369">
                  <a:moveTo>
                    <a:pt x="0" y="0"/>
                  </a:moveTo>
                  <a:lnTo>
                    <a:pt x="87246" y="0"/>
                  </a:lnTo>
                  <a:lnTo>
                    <a:pt x="87246" y="862369"/>
                  </a:lnTo>
                  <a:lnTo>
                    <a:pt x="0" y="862369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7246" cy="900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10235886" y="3037756"/>
            <a:ext cx="331261" cy="14167228"/>
            <a:chOff x="0" y="0"/>
            <a:chExt cx="87246" cy="37312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7246" cy="3731286"/>
            </a:xfrm>
            <a:custGeom>
              <a:avLst/>
              <a:gdLst/>
              <a:ahLst/>
              <a:cxnLst/>
              <a:rect l="l" t="t" r="r" b="b"/>
              <a:pathLst>
                <a:path w="87246" h="3731286">
                  <a:moveTo>
                    <a:pt x="0" y="0"/>
                  </a:moveTo>
                  <a:lnTo>
                    <a:pt x="87246" y="0"/>
                  </a:lnTo>
                  <a:lnTo>
                    <a:pt x="87246" y="3731286"/>
                  </a:lnTo>
                  <a:lnTo>
                    <a:pt x="0" y="3731286"/>
                  </a:lnTo>
                  <a:close/>
                </a:path>
              </a:pathLst>
            </a:custGeom>
            <a:solidFill>
              <a:srgbClr val="BCAAD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7246" cy="376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8301205" y="1813373"/>
            <a:ext cx="8426351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u="sng">
                <a:solidFill>
                  <a:srgbClr val="004AAD"/>
                </a:solidFill>
                <a:latin typeface="Arimo"/>
                <a:hlinkClick r:id="rId5" tooltip="https://patents.google.com/patent/US9357282B2/en?q=(3D+sound)&amp;oq=3D+sound"/>
              </a:rPr>
              <a:t>https://patents.google.com/patent/US9357282B2/en?q=(3D+sound)&amp;oq=3D+sound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Custom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Arimo</vt:lpstr>
      <vt:lpstr>Canva Sans Bold</vt:lpstr>
      <vt:lpstr>Lato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Business Presentation</dc:title>
  <cp:lastModifiedBy>chavatik thorarit</cp:lastModifiedBy>
  <cp:revision>2</cp:revision>
  <dcterms:created xsi:type="dcterms:W3CDTF">2006-08-16T00:00:00Z</dcterms:created>
  <dcterms:modified xsi:type="dcterms:W3CDTF">2024-04-11T04:19:36Z</dcterms:modified>
  <dc:identifier>DAGB45M4K8E</dc:identifier>
</cp:coreProperties>
</file>